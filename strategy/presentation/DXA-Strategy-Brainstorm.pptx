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80684"/>
  </p:normalViewPr>
  <p:slideViewPr>
    <p:cSldViewPr snapToGrid="0" snapToObjects="1">
      <p:cViewPr varScale="1">
        <p:scale>
          <a:sx n="170" d="100"/>
          <a:sy n="170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59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1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dry run feature,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Fabric Connector to coding agents. (similar to Snowflake</a:t>
            </a:r>
            <a:r>
              <a:rPr lang="en-US" dirty="0">
                <a:sym typeface="Wingdings" pitchFamily="2" charset="2"/>
              </a:rPr>
              <a:t>—</a:t>
            </a:r>
            <a:r>
              <a:rPr lang="en-US" dirty="0" err="1">
                <a:sym typeface="Wingdings" pitchFamily="2" charset="2"/>
              </a:rPr>
              <a:t>Replit</a:t>
            </a:r>
            <a:r>
              <a:rPr lang="en-US" dirty="0">
                <a:sym typeface="Wingdings" pitchFamily="2" charset="2"/>
              </a:rPr>
              <a:t> connector)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ontology?</a:t>
            </a:r>
          </a:p>
          <a:p>
            <a:r>
              <a:rPr lang="en-US" dirty="0"/>
              <a:t>For business users</a:t>
            </a:r>
          </a:p>
          <a:p>
            <a:r>
              <a:rPr lang="en-US" dirty="0"/>
              <a:t>Can we just expose UDFs as MCP tools?</a:t>
            </a:r>
          </a:p>
          <a:p>
            <a:r>
              <a:rPr lang="en-US" dirty="0"/>
              <a:t>For business users.</a:t>
            </a:r>
          </a:p>
          <a:p>
            <a:r>
              <a:rPr lang="en-US" dirty="0"/>
              <a:t>UDF examples , that are not data manipulation.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Competitors.</a:t>
            </a:r>
          </a:p>
          <a:p>
            <a:r>
              <a:rPr lang="en-US" dirty="0"/>
              <a:t>Better connect the efforts to the customer gaps (pain points).</a:t>
            </a:r>
          </a:p>
          <a:p>
            <a:r>
              <a:rPr lang="en-US" dirty="0"/>
              <a:t>We need to connect </a:t>
            </a:r>
            <a:r>
              <a:rPr lang="en-US" dirty="0" err="1"/>
              <a:t>today</a:t>
            </a:r>
            <a:r>
              <a:rPr lang="en-US" dirty="0" err="1">
                <a:sym typeface="Wingdings" pitchFamily="2" charset="2"/>
              </a:rPr>
              <a:t>future</a:t>
            </a:r>
            <a:r>
              <a:rPr lang="en-US" dirty="0">
                <a:sym typeface="Wingdings" pitchFamily="2" charset="2"/>
              </a:rPr>
              <a:t> scenarios</a:t>
            </a:r>
            <a:endParaRPr lang="en-US" dirty="0"/>
          </a:p>
          <a:p>
            <a:r>
              <a:rPr lang="en-US" dirty="0"/>
              <a:t>Easier things to do.</a:t>
            </a:r>
          </a:p>
          <a:p>
            <a:endParaRPr lang="en-US" dirty="0"/>
          </a:p>
          <a:p>
            <a:r>
              <a:rPr lang="en-US" dirty="0"/>
              <a:t>How might APIs help “regular users”,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MCP apps (bring fabric everywhere). </a:t>
            </a:r>
            <a:r>
              <a:rPr lang="en-US" dirty="0">
                <a:sym typeface="Wingdings" pitchFamily="2" charset="2"/>
              </a:rPr>
              <a:t> add direction. (“embedding” + </a:t>
            </a:r>
            <a:r>
              <a:rPr lang="en-US">
                <a:sym typeface="Wingdings" pitchFamily="2" charset="2"/>
              </a:rPr>
              <a:t>could bridge </a:t>
            </a:r>
            <a:r>
              <a:rPr lang="en-US" dirty="0">
                <a:sym typeface="Wingdings" pitchFamily="2" charset="2"/>
              </a:rPr>
              <a:t>missing </a:t>
            </a:r>
            <a:r>
              <a:rPr lang="en-US">
                <a:sym typeface="Wingdings" pitchFamily="2" charset="2"/>
              </a:rPr>
              <a:t>APIs).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2165" y="1014907"/>
            <a:ext cx="681952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Automation Strategy Brainstorm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673987" y="2451050"/>
            <a:ext cx="37958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Working Session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04197" y="3311426"/>
            <a:ext cx="37354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 | PMs &amp; Engineering Managers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CAT Research Told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4827"/>
            <a:ext cx="40879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Usage (Dec 2025)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625352"/>
            <a:ext cx="12953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50950" y="1688753"/>
            <a:ext cx="1707499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MAU (+13% MoM)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050703"/>
            <a:ext cx="12953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0950" y="2114104"/>
            <a:ext cx="1698087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MAU (+17% MoM)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1000" y="2476054"/>
            <a:ext cx="12953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50950" y="2539454"/>
            <a:ext cx="2676468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Fabric customers use automation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1000" y="2901404"/>
            <a:ext cx="12953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hrs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50950" y="2964805"/>
            <a:ext cx="2264622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1:1 interviews with pro-devs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2693" y="1234827"/>
            <a:ext cx="4120307" cy="3591223"/>
          </a:xfrm>
          <a:prstGeom prst="roundRect">
            <a:avLst>
              <a:gd name="adj" fmla="val 2829"/>
            </a:avLst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80793" y="1234827"/>
            <a:ext cx="0" cy="3591223"/>
          </a:xfrm>
          <a:prstGeom prst="line">
            <a:avLst/>
          </a:prstGeom>
          <a:noFill/>
          <a:ln w="762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972794" y="1488728"/>
            <a:ext cx="36070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Need to Close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72794" y="1853803"/>
            <a:ext cx="360703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developers are Fabric's </a:t>
            </a: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frequent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automation users...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72794" y="2417266"/>
            <a:ext cx="360703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also the </a:t>
            </a: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satisfied</a:t>
            </a: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2794" y="2775198"/>
            <a:ext cx="3536305" cy="425351"/>
          </a:xfrm>
          <a:prstGeom prst="roundRect">
            <a:avLst>
              <a:gd name="adj" fmla="val 11943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66920" y="2902148"/>
            <a:ext cx="33480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12 (heavy users) vs 42 overall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2029" y="1000720"/>
            <a:ext cx="13999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521321"/>
            <a:ext cx="7772400" cy="170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enhance the lives of </a:t>
            </a:r>
            <a:r>
              <a:rPr lang="en-US" sz="3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developers</a:t>
            </a: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intelligent automation?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4231" y="3609231"/>
            <a:ext cx="70353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0"/>
              </a:spcBef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identified five potential directions. Each stands alone, but they can be composed.</a:t>
            </a:r>
            <a:endParaRPr lang="en-US" sz="1400" dirty="0"/>
          </a:p>
          <a:p>
            <a:pPr marL="0" indent="0" algn="ctr">
              <a:lnSpc>
                <a:spcPts val="2100"/>
              </a:lnSpc>
              <a:spcBef>
                <a:spcPts val="3000"/>
              </a:spcBef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your input on prioritization, feasibility, and what we're missing.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524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The Five Directions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1000" y="1388864"/>
            <a:ext cx="5000625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381000" y="1095226"/>
            <a:ext cx="323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50" y="1095226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Scripting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76351" y="1095226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click-ops without leaving Fabric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1000" y="1776115"/>
            <a:ext cx="5000625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81000" y="1482477"/>
            <a:ext cx="323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450" y="1482477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Experiences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76351" y="1482477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developers in their IDE with sandboxing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000" y="2163366"/>
            <a:ext cx="5000625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81000" y="1869728"/>
            <a:ext cx="323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8450" y="1869728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as MCP Tools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76351" y="1869728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business logic to AI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1000" y="2550616"/>
            <a:ext cx="5000625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381000" y="2256979"/>
            <a:ext cx="323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450" y="2256979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Externalizing Agentic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76351" y="2256979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agents get internal Copilot power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1000" y="2937867"/>
            <a:ext cx="5000625" cy="0"/>
          </a:xfrm>
          <a:prstGeom prst="line">
            <a:avLst/>
          </a:prstGeom>
          <a:noFill/>
          <a:ln w="9525">
            <a:solidFill>
              <a:srgbClr val="E5E8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381000" y="2644229"/>
            <a:ext cx="323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450" y="2644229"/>
            <a:ext cx="1813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Expansion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76351" y="2644229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 + policies + AI-assisted provisioning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455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36477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6345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Developers Within the Portal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89832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developers INTO Fabric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59037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901428"/>
            <a:ext cx="414517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scripting capabilities directly in the Fabric portal so users can automate repetitive click-ops without leaving Fabric.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693640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Look Like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004691"/>
            <a:ext cx="4063901" cy="8382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Item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 for storing CLI scripts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Script Mode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describe task, get script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are shareable, schedulable, version-controlled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proper identity (SPNs)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3995291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4306342"/>
            <a:ext cx="414517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the "long tail" of automation: tasks too niche for full features, too frequent to stay manual.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802" y="1691878"/>
            <a:ext cx="4063901" cy="876002"/>
          </a:xfrm>
          <a:prstGeom prst="roundRect">
            <a:avLst>
              <a:gd name="adj" fmla="val 869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614" y="1691878"/>
            <a:ext cx="0" cy="876002"/>
          </a:xfrm>
          <a:prstGeom prst="line">
            <a:avLst/>
          </a:prstGeom>
          <a:noFill/>
          <a:ln w="476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98827" y="1844278"/>
            <a:ext cx="378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8827" y="2060079"/>
            <a:ext cx="378570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creates a weekly cleanup script that scans workspaces and emails owners of inactive ones — all from within Fabric.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802" y="2694831"/>
            <a:ext cx="4063901" cy="1104454"/>
          </a:xfrm>
          <a:prstGeom prst="roundRect">
            <a:avLst>
              <a:gd name="adj" fmla="val 689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202" y="2847231"/>
            <a:ext cx="383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202" y="3075831"/>
            <a:ext cx="3759101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top click-ops to target first?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balance simplicity vs. power?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Security/governance implications?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36477"/>
          </a:xfrm>
          <a:prstGeom prst="rect">
            <a:avLst/>
          </a:prstGeom>
          <a:solidFill>
            <a:srgbClr val="117A6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6345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Developers Where They 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89832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Bringing Fabric TO developers (VS Code)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59037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901428"/>
            <a:ext cx="414517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Fabric a first-class experience in VS Code — local development, sandboxing, and seamless deployment.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480370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Look Like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791420"/>
            <a:ext cx="4063901" cy="1047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Sandbox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Ephemeral workspaces with anonymized data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MCP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Validate pipelines locally before deploying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Blueprint-to-Code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Export configs as Terraform/CLI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deployment from IDE to 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3991570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1000" y="4302621"/>
            <a:ext cx="414517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 costs ~23 min/interruption. VS Code is the #1 IDE. Devs expect Git workflows and local iteration.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802" y="1691878"/>
            <a:ext cx="4063901" cy="1053703"/>
          </a:xfrm>
          <a:prstGeom prst="roundRect">
            <a:avLst>
              <a:gd name="adj" fmla="val 723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614" y="1691878"/>
            <a:ext cx="0" cy="1053703"/>
          </a:xfrm>
          <a:prstGeom prst="line">
            <a:avLst/>
          </a:prstGeom>
          <a:noFill/>
          <a:ln w="47625">
            <a:solidFill>
              <a:srgbClr val="117A6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98827" y="1844278"/>
            <a:ext cx="378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8827" y="2060079"/>
            <a:ext cx="378570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spins up a sandbox with anonymized data, debugs pipeline locally using Local MCP, promotes to production only when ready.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802" y="2872532"/>
            <a:ext cx="4063901" cy="1104454"/>
          </a:xfrm>
          <a:prstGeom prst="roundRect">
            <a:avLst>
              <a:gd name="adj" fmla="val 689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202" y="3024932"/>
            <a:ext cx="383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202" y="3253532"/>
            <a:ext cx="3759101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right scope for "sandbox"?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handle data seeding?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Git/CI/CD workflows?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36477"/>
          </a:xfrm>
          <a:prstGeom prst="rect">
            <a:avLst/>
          </a:prstGeom>
          <a:solidFill>
            <a:srgbClr val="8E44A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6345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Customers Expose Business Logic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89832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as MCP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59037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901428"/>
            <a:ext cx="414517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customers publish their Fabric logic (notebooks, pipelines, stored procedures) as MCP tools that AI agents can discover and invoke.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693640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Look Like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004691"/>
            <a:ext cx="4063901" cy="1047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 notebook as an MCP tool with name, description, params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Item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container of custom tools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Discoverable by Copilot and external agents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auditable, secure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4204841"/>
            <a:ext cx="4063901" cy="345877"/>
          </a:xfrm>
          <a:prstGeom prst="roundRect">
            <a:avLst>
              <a:gd name="adj" fmla="val 14687"/>
            </a:avLst>
          </a:prstGeom>
          <a:solidFill>
            <a:srgbClr val="F5EE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4306342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with Fabric IQ and the current AI/agent momentum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802" y="1691878"/>
            <a:ext cx="4063901" cy="1053703"/>
          </a:xfrm>
          <a:prstGeom prst="roundRect">
            <a:avLst>
              <a:gd name="adj" fmla="val 7232"/>
            </a:avLst>
          </a:prstGeom>
          <a:solidFill>
            <a:srgbClr val="F5EE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614" y="1691878"/>
            <a:ext cx="0" cy="1053703"/>
          </a:xfrm>
          <a:prstGeom prst="line">
            <a:avLst/>
          </a:prstGeom>
          <a:noFill/>
          <a:ln w="47625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98827" y="1844278"/>
            <a:ext cx="378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8827" y="2060079"/>
            <a:ext cx="378570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 wraps their proprietary "ComputeFinanceMetric" calculation as an MCP tool. Now Copilot (or any agent) can invoke it directly.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802" y="2872532"/>
            <a:ext cx="4063901" cy="1104454"/>
          </a:xfrm>
          <a:prstGeom prst="roundRect">
            <a:avLst>
              <a:gd name="adj" fmla="val 689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202" y="3024932"/>
            <a:ext cx="383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202" y="3253532"/>
            <a:ext cx="3759101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right abstraction? Item-level? Workflow?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Discoverability: Marketplace? Registry?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 for custom tools?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36477"/>
          </a:xfrm>
          <a:prstGeom prst="rect">
            <a:avLst/>
          </a:prstGeom>
          <a:solidFill>
            <a:srgbClr val="D354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6345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Agents = Internal Power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89832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Externalizing Fabric's Agentic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59037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901428"/>
            <a:ext cx="414517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Copilot uses MCP tools internally. Let's expose those same capabilities to </a:t>
            </a: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agents</a:t>
            </a:r>
            <a:r>
              <a:rPr lang="en-US" sz="12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GitHub Copilot, Claude, Azure AI, custom agents.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2693640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Look Like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3004691"/>
            <a:ext cx="4063901" cy="12573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MCP Server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Unified endpoint for all Fabric operations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</a:t>
            </a: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SPNs, governance, audit trails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controls: approve/restrict access, scopes, read-only modes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permission checks as human users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4414391"/>
            <a:ext cx="4063901" cy="345877"/>
          </a:xfrm>
          <a:prstGeom prst="roundRect">
            <a:avLst>
              <a:gd name="adj" fmla="val 14687"/>
            </a:avLst>
          </a:prstGeom>
          <a:solidFill>
            <a:srgbClr val="FAE5D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4515892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0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focus: Agent identity and governance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802" y="1691878"/>
            <a:ext cx="4063901" cy="1053703"/>
          </a:xfrm>
          <a:prstGeom prst="roundRect">
            <a:avLst>
              <a:gd name="adj" fmla="val 7232"/>
            </a:avLst>
          </a:prstGeom>
          <a:solidFill>
            <a:srgbClr val="FDF2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614" y="1691878"/>
            <a:ext cx="0" cy="1053703"/>
          </a:xfrm>
          <a:prstGeom prst="line">
            <a:avLst/>
          </a:prstGeom>
          <a:noFill/>
          <a:ln w="47625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98827" y="1844278"/>
            <a:ext cx="378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8827" y="2060079"/>
            <a:ext cx="378570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extension spins up Fabric resources as you code. An Azure AI agent publishes reports to Fabric as part of a larger workflow.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802" y="2872532"/>
            <a:ext cx="4063901" cy="1104454"/>
          </a:xfrm>
          <a:prstGeom prst="roundRect">
            <a:avLst>
              <a:gd name="adj" fmla="val 689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202" y="3024932"/>
            <a:ext cx="383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202" y="3253532"/>
            <a:ext cx="3759101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handle identity for external agents?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governance controls do admins need?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balance openness with security?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0277"/>
          </a:xfrm>
          <a:prstGeom prst="rect">
            <a:avLst/>
          </a:prstGeom>
          <a:solidFill>
            <a:srgbClr val="1F618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42535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Blueprints: Code, Policies, Beyond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1000" y="86022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Provisioning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450777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1761827"/>
            <a:ext cx="414517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Blueprints from "item templates" to full Infrastructure-as-Code with policies, governance, and external integrations.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251918"/>
            <a:ext cx="4145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Could Look Like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000" y="2562969"/>
            <a:ext cx="4063901" cy="10662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Blueprints as Code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JSON/YAML/Terraform, version-controlled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Integration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Naming conventions, access controls, Azure policies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Blueprints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Natural language to workspace config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things </a:t>
            </a: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Fabric</a:t>
            </a: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Azure policies, Entra ID, compliance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3756124"/>
            <a:ext cx="4063901" cy="345877"/>
          </a:xfrm>
          <a:prstGeom prst="roundRect">
            <a:avLst>
              <a:gd name="adj" fmla="val 14687"/>
            </a:avLst>
          </a:prstGeom>
          <a:solidFill>
            <a:srgbClr val="D4E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385762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manual steps to 1 command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802" y="1552277"/>
            <a:ext cx="4063901" cy="1053703"/>
          </a:xfrm>
          <a:prstGeom prst="roundRect">
            <a:avLst>
              <a:gd name="adj" fmla="val 7232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614" y="1552277"/>
            <a:ext cx="0" cy="1053703"/>
          </a:xfrm>
          <a:prstGeom prst="line">
            <a:avLst/>
          </a:prstGeom>
          <a:noFill/>
          <a:ln w="47625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98827" y="1704677"/>
            <a:ext cx="3785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8827" y="1920478"/>
            <a:ext cx="378570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workspace for the finance team with standard policies" → AI generates Blueprint with naming, roles, Azure policy compliance, pre-configured items. One command deploy.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802" y="2732931"/>
            <a:ext cx="4063901" cy="1104454"/>
          </a:xfrm>
          <a:prstGeom prst="roundRect">
            <a:avLst>
              <a:gd name="adj" fmla="val 6899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1202" y="2885331"/>
            <a:ext cx="38342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51202" y="3113931"/>
            <a:ext cx="3759101" cy="57105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integrate with Azure policies / external governance?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right level of AI assistance?</a:t>
            </a:r>
            <a:endParaRPr lang="en-US" sz="1000" dirty="0"/>
          </a:p>
          <a:p>
            <a:pPr marL="88900" indent="-88900" algn="l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Cross-workspace / cross-environment scenarios?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307" y="1566863"/>
            <a:ext cx="380938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93070" y="2408188"/>
            <a:ext cx="47577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0"/>
              </a:spcAft>
              <a:buNone/>
            </a:pPr>
            <a:r>
              <a:rPr lang="en-US" sz="2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Ideas, Feedback, and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56766" y="3366939"/>
            <a:ext cx="26303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captured during meeting...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1023</Words>
  <Application>Microsoft Macintosh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DXA Strategy Brainstorm</dc:title>
  <dc:subject>30-Minute Working Session</dc:subject>
  <dc:creator>Hasan Abo Shally</dc:creator>
  <cp:lastModifiedBy>Hasan Abo Shally</cp:lastModifiedBy>
  <cp:revision>2</cp:revision>
  <dcterms:created xsi:type="dcterms:W3CDTF">2026-02-02T08:04:10Z</dcterms:created>
  <dcterms:modified xsi:type="dcterms:W3CDTF">2026-02-02T08:39:41Z</dcterms:modified>
</cp:coreProperties>
</file>