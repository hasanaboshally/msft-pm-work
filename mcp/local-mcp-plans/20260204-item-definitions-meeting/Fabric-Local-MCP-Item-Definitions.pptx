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9465" y="1217116"/>
            <a:ext cx="456507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14"/>
              </a:spcBef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Local MCP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861617" y="2267992"/>
            <a:ext cx="34207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spcAft>
                <a:spcPts val="4000"/>
              </a:spcAft>
              <a:buNone/>
            </a:pPr>
            <a:r>
              <a:rPr lang="en-US" sz="22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Definitions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543979" y="3353693"/>
            <a:ext cx="20560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Planning Meeting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82769" y="3842445"/>
            <a:ext cx="15783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5,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30168" y="4470499"/>
            <a:ext cx="3065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Hasan Abo-Shally • Platform Team •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(60 min)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247626"/>
            <a:ext cx="1101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87401" y="1082576"/>
            <a:ext cx="71896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MCP 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87401" y="1317427"/>
            <a:ext cx="71896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on where we are 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1904702"/>
            <a:ext cx="1101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 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87401" y="1739652"/>
            <a:ext cx="71896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Direction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87401" y="1974503"/>
            <a:ext cx="71896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MCP is heading (industry + roadmap)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561779"/>
            <a:ext cx="1101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87401" y="2396728"/>
            <a:ext cx="71896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Capabilities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7401" y="2631579"/>
            <a:ext cx="71896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features we want to add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3053804"/>
            <a:ext cx="8128099" cy="403027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763" y="3053804"/>
            <a:ext cx="0" cy="403027"/>
          </a:xfrm>
          <a:prstGeom prst="line">
            <a:avLst/>
          </a:prstGeom>
          <a:noFill/>
          <a:ln w="47625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975" y="3155305"/>
            <a:ext cx="79311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30-55 min  •  Focus: Import/Export Tools  •  Deep dive + decisions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950" y="3748832"/>
            <a:ext cx="1101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55-60 min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87401" y="3583781"/>
            <a:ext cx="71896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Parking Lot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87401" y="3818632"/>
            <a:ext cx="71896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up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Goals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9837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2852" y="1393627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650" y="1298377"/>
            <a:ext cx="6475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90551" y="1298377"/>
            <a:ext cx="45324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next phase of Local MCP capabilities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950" y="198417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2852" y="2079427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55650" y="1984177"/>
            <a:ext cx="91993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57549" y="1984177"/>
            <a:ext cx="39917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direction for Import/Export tools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7950" y="266997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2852" y="2765227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5650" y="2669977"/>
            <a:ext cx="95864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95500" y="2669977"/>
            <a:ext cx="50423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integration requirements and open questions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7950" y="335577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2852" y="3451027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5650" y="3355777"/>
            <a:ext cx="84221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81349" y="3355777"/>
            <a:ext cx="41732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and timelines for implementation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LOCAL MCP 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127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Fabric Local MCP?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292126"/>
            <a:ext cx="8290661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2500"/>
              </a:spcAft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pPr algn="l" indent="0" marL="0">
              <a:lnSpc>
                <a:spcPts val="2240"/>
              </a:lnSpc>
              <a:spcAft>
                <a:spcPts val="2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MCP server</a:t>
            </a:r>
            <a:pPr algn="l" indent="0" marL="0">
              <a:lnSpc>
                <a:spcPts val="2240"/>
              </a:lnSpc>
              <a:spcAft>
                <a:spcPts val="2500"/>
              </a:spcAft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running on developer machines that gives AI agents (Copilot, Claude) direct access to Fabric context.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67582" y="2214860"/>
            <a:ext cx="1710333" cy="888950"/>
          </a:xfrm>
          <a:prstGeom prst="roundRect">
            <a:avLst>
              <a:gd name="adj" fmla="val 8572"/>
            </a:avLst>
          </a:prstGeom>
          <a:solidFill>
            <a:srgbClr val="F4F6F6"/>
          </a:solidFill>
          <a:ln w="19050">
            <a:solidFill>
              <a:srgbClr val="AAB7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28888" y="2462510"/>
            <a:ext cx="1187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28888" y="2713286"/>
            <a:ext cx="1187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1815" y="2483197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90516" y="2214860"/>
            <a:ext cx="1518345" cy="888950"/>
          </a:xfrm>
          <a:prstGeom prst="roundRect">
            <a:avLst>
              <a:gd name="adj" fmla="val 8572"/>
            </a:avLst>
          </a:prstGeom>
          <a:solidFill>
            <a:srgbClr val="0078D4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53742" y="2462510"/>
            <a:ext cx="991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Local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53742" y="2713286"/>
            <a:ext cx="9918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2761" y="2483197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21462" y="2214860"/>
            <a:ext cx="1554807" cy="888950"/>
          </a:xfrm>
          <a:prstGeom prst="roundRect">
            <a:avLst>
              <a:gd name="adj" fmla="val 8572"/>
            </a:avLst>
          </a:prstGeom>
          <a:solidFill>
            <a:srgbClr val="F4F6F6"/>
          </a:solidFill>
          <a:ln w="19050">
            <a:solidFill>
              <a:srgbClr val="AAB7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84324" y="2462510"/>
            <a:ext cx="102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Cloud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84324" y="2713286"/>
            <a:ext cx="10290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/ OneLake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Local MCP Solves 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hallucinates Fabric APIs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OpenAPI specs embedded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switching to docs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search from 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 boilerplate code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handles auth transparently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validation errors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 schemas + validation as you 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3657600"/>
            <a:ext cx="73152" cy="8229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Key Term: </a:t>
            </a:r>
            <a:pPr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definitions = the JSON representation of Fabric items (reports, datasets, pipelines). When we say "export/import items," we mean exporting/importing their definitions, not the underlying data.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(Public Preview)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Version: </a:t>
            </a:r>
            <a:pPr indent="0" marL="0">
              <a:buNone/>
            </a:pPr>
            <a:r>
              <a:rPr lang="en-US" sz="16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0.0.0-beta.2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Extension • NuGet • NPM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6858000"/>
                <a:gridCol w="13716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Today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OpenAPI specs for all workloads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 schemas for item definitions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practices guidance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 Learn documentation search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 glossary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Vision &amp; Direction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MCP Is Heading (Industry)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377440"/>
        </p:xfrm>
        <a:graphic>
          <a:graphicData uri="http://schemas.openxmlformats.org/drawingml/2006/table">
            <a:tbl>
              <a:tblPr/>
              <a:tblGrid>
                <a:gridCol w="1645920"/>
                <a:gridCol w="5852160"/>
                <a:gridCol w="73152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Apps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Composable, multi-server architectures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Elicitation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Servers request structured user input (approval)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[2]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Servers can request LLM completions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[3]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Long-running operations with progress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[4]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Registry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Centralized discovery of MCP servers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[5]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</a:t>
            </a:r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modelcontextprotocol.io/docs/concepts/mcp-apps
</a:t>
            </a:r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</a:t>
            </a:r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modelcontextprotocol.io/docs/concepts/elicitation
</a:t>
            </a:r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</a:t>
            </a:r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modelcontextprotocol.io/docs/concepts/sampling
</a:t>
            </a:r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</a:t>
            </a:r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modelcontextprotocol.io/docs/concepts/tasks
</a:t>
            </a:r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</a:t>
            </a:r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github.com/modelcontextprotocol/registry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Composable AI Workflows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53951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Could Enable for Fabric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6669" y="2135088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1400" i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"Clone my workspace to staging, commit changes to Git, create a PR, and notify the team on Slack"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965424" y="2662089"/>
            <a:ext cx="1028700" cy="822275"/>
          </a:xfrm>
          <a:prstGeom prst="roundRect">
            <a:avLst>
              <a:gd name="adj" fmla="val 9267"/>
            </a:avLst>
          </a:prstGeom>
          <a:solidFill>
            <a:srgbClr val="2E4053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07740" y="2871639"/>
            <a:ext cx="5440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07740" y="3131939"/>
            <a:ext cx="5440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46524" y="2925514"/>
            <a:ext cx="151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47306" y="2662089"/>
            <a:ext cx="777478" cy="822275"/>
          </a:xfrm>
          <a:prstGeom prst="roundRect">
            <a:avLst>
              <a:gd name="adj" fmla="val 9801"/>
            </a:avLst>
          </a:prstGeom>
          <a:solidFill>
            <a:srgbClr val="2E4053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92134" y="2871639"/>
            <a:ext cx="2878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92134" y="3131939"/>
            <a:ext cx="2878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77184" y="2925514"/>
            <a:ext cx="151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77966" y="2662089"/>
            <a:ext cx="1087636" cy="822275"/>
          </a:xfrm>
          <a:prstGeom prst="roundRect">
            <a:avLst>
              <a:gd name="adj" fmla="val 9267"/>
            </a:avLst>
          </a:prstGeom>
          <a:solidFill>
            <a:srgbClr val="2E4053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9692" y="2871639"/>
            <a:ext cx="6041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9692" y="3131939"/>
            <a:ext cx="6041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18002" y="2925514"/>
            <a:ext cx="151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8783" y="2662089"/>
            <a:ext cx="959793" cy="822275"/>
          </a:xfrm>
          <a:prstGeom prst="roundRect">
            <a:avLst>
              <a:gd name="adj" fmla="val 9267"/>
            </a:avLst>
          </a:prstGeom>
          <a:solidFill>
            <a:srgbClr val="2E4053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61788" y="2871639"/>
            <a:ext cx="4737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61788" y="3131939"/>
            <a:ext cx="473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6669" y="3801814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orchestrates multiple MCPs as a unified workflow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Roadmap Vision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&amp; Schemas (passive validation)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Live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OneLake + Auth + Item Definitions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🔄 In Progress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40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Tools + Active Validation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AAB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 (Mar 2026)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Ready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FabCon Atlanta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Proposed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Capabilities We Want to Add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Item Definition? 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JSON representation of a Fabric item (report, dataset, pipeline, notebook) that describes its structure, configuration, and metadata.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3192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Item Definition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item JSON to local 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1920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93192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974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Item Definition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item JSON into Fabric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7889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3931920" cy="777240"/>
          </a:xfrm>
          <a:prstGeom prst="rect">
            <a:avLst/>
          </a:prstGeom>
          <a:solidFill>
            <a:srgbClr val="F4F6F6"/>
          </a:solidFill>
          <a:ln w="12700">
            <a:solidFill>
              <a:srgbClr val="AAB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661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Definition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+ semantic validation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3657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691640"/>
            <a:ext cx="3931920" cy="777240"/>
          </a:xfrm>
          <a:prstGeom prst="rect">
            <a:avLst/>
          </a:prstGeom>
          <a:solidFill>
            <a:srgbClr val="F4F6F6"/>
          </a:solidFill>
          <a:ln w="12700">
            <a:solidFill>
              <a:srgbClr val="AAB7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828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03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Export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all items as bundle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1920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560320"/>
            <a:ext cx="3931920" cy="777240"/>
          </a:xfrm>
          <a:prstGeom prst="rect">
            <a:avLst/>
          </a:prstGeom>
          <a:solidFill>
            <a:srgbClr val="F4F6F6"/>
          </a:solidFill>
          <a:ln w="12700">
            <a:solidFill>
              <a:srgbClr val="AAB7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6974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0352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Import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bundle with dependencies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27889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429000"/>
            <a:ext cx="3931920" cy="777240"/>
          </a:xfrm>
          <a:prstGeom prst="rect">
            <a:avLst/>
          </a:prstGeom>
          <a:solidFill>
            <a:srgbClr val="F4F6F6"/>
          </a:solidFill>
          <a:ln w="12700">
            <a:solidFill>
              <a:srgbClr val="AAB7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5661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0352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Script Generation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to CLI commands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3657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Summary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411480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Says...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 Definition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"Download this report's definition"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Definition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"Push my changes back to Fabric"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Definition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"Is this JSON valid before I import?"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 Export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"Backup my entire workspace"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 Import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"Clone workspace to staging"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Script Gen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"Show me the CLI commands for this"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2882" y="1006673"/>
            <a:ext cx="21198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4: DEEP DIVE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668067" y="1343174"/>
            <a:ext cx="380771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Today's Focus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599755" y="2070199"/>
            <a:ext cx="39443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&amp; Import of Item Definitions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71500" y="2746474"/>
            <a:ext cx="8000851" cy="1390352"/>
          </a:xfrm>
          <a:prstGeom prst="roundRect">
            <a:avLst>
              <a:gd name="adj" fmla="val 730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79450" y="3000375"/>
            <a:ext cx="71246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KEY SHIFT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9450" y="3349526"/>
            <a:ext cx="71246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first "write" tools in Local MCP. Until now, MCP has been read-only. Import introduces controlled execution with human-in-the-loop approval.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Scenario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23925"/>
            <a:ext cx="8128099" cy="453926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923925"/>
            <a:ext cx="0" cy="453926"/>
          </a:xfrm>
          <a:prstGeom prst="line">
            <a:avLst/>
          </a:prstGeom>
          <a:noFill/>
          <a:ln w="47625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6075" y="1050875"/>
            <a:ext cx="7853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Copilot to export a report definition, let me edit it locally in VS Code, then import it back to Fabric."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1606451"/>
            <a:ext cx="1670149" cy="1041350"/>
          </a:xfrm>
          <a:prstGeom prst="roundRect">
            <a:avLst>
              <a:gd name="adj" fmla="val 7317"/>
            </a:avLst>
          </a:prstGeom>
          <a:solidFill>
            <a:srgbClr val="F4F6F6"/>
          </a:solidFill>
          <a:ln w="19050">
            <a:solidFill>
              <a:srgbClr val="AAB7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4211" y="1777901"/>
            <a:ext cx="14576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4211" y="1971526"/>
            <a:ext cx="1457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SalesReport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1249" y="2762101"/>
            <a:ext cx="17035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05050" y="2174677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60600" y="1606451"/>
            <a:ext cx="1670149" cy="1041350"/>
          </a:xfrm>
          <a:prstGeom prst="roundRect">
            <a:avLst>
              <a:gd name="adj" fmla="val 7317"/>
            </a:avLst>
          </a:prstGeom>
          <a:solidFill>
            <a:srgbClr val="0078D4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66861" y="1777901"/>
            <a:ext cx="14576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EXPORT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6861" y="1971526"/>
            <a:ext cx="1457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report.json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66861" y="2130177"/>
            <a:ext cx="14576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i="1" dirty="0">
                <a:solidFill>
                  <a:srgbClr val="B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(item definition)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643899" y="2762101"/>
            <a:ext cx="17035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File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57700" y="2174677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13250" y="1606451"/>
            <a:ext cx="1670149" cy="1041350"/>
          </a:xfrm>
          <a:prstGeom prst="roundRect">
            <a:avLst>
              <a:gd name="adj" fmla="val 7317"/>
            </a:avLst>
          </a:prstGeom>
          <a:solidFill>
            <a:srgbClr val="F4F6F6"/>
          </a:solidFill>
          <a:ln w="19050">
            <a:solidFill>
              <a:srgbClr val="AAB7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9511" y="1777901"/>
            <a:ext cx="14576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EDITS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9511" y="1971526"/>
            <a:ext cx="1457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new visual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96549" y="2762101"/>
            <a:ext cx="17035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10350" y="2174677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65900" y="1606451"/>
            <a:ext cx="1670149" cy="1041350"/>
          </a:xfrm>
          <a:prstGeom prst="roundRect">
            <a:avLst>
              <a:gd name="adj" fmla="val 7317"/>
            </a:avLst>
          </a:prstGeom>
          <a:solidFill>
            <a:srgbClr val="0078D4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72161" y="1777901"/>
            <a:ext cx="14576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IMPORT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72161" y="1971526"/>
            <a:ext cx="1457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approval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199" y="2762101"/>
            <a:ext cx="17035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6669" y="316215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workflow: Copilot assists, but does not act autonomously.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Decision: CLI as Execution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87326"/>
            <a:ext cx="35918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Proposal:</a:t>
            </a:r>
            <a:pPr algn="l" indent="0" marL="0">
              <a:lnSpc>
                <a:spcPts val="21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MCP tools wrap the Fabric CLI underneath.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774627"/>
            <a:ext cx="359185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means every action MCP performs can be reproduced as a CLI command the user can run manually.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16686" y="1091059"/>
            <a:ext cx="3213050" cy="698450"/>
          </a:xfrm>
          <a:prstGeom prst="roundRect">
            <a:avLst>
              <a:gd name="adj" fmla="val 10910"/>
            </a:avLst>
          </a:prstGeom>
          <a:solidFill>
            <a:srgbClr val="E8F4FD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98296" y="1262509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98296" y="1484709"/>
            <a:ext cx="284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export • definition import • definition validate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78637" y="2068711"/>
            <a:ext cx="907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70737" y="2557463"/>
            <a:ext cx="3110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5736" y="2792313"/>
            <a:ext cx="3174950" cy="660350"/>
          </a:xfrm>
          <a:prstGeom prst="roundRect">
            <a:avLst>
              <a:gd name="adj" fmla="val 11539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98296" y="2944713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CLI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98296" y="3166914"/>
            <a:ext cx="284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 export • fab import • Auth / Retry / Error handling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78637" y="3731865"/>
            <a:ext cx="907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6686" y="4220617"/>
            <a:ext cx="3213050" cy="565100"/>
          </a:xfrm>
          <a:prstGeom prst="roundRect">
            <a:avLst>
              <a:gd name="adj" fmla="val 13484"/>
            </a:avLst>
          </a:prstGeom>
          <a:solidFill>
            <a:srgbClr val="F4F6F6"/>
          </a:solidFill>
          <a:ln w="19050">
            <a:solidFill>
              <a:srgbClr val="AAB7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98296" y="4392067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REST APIs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CLI as the Engine?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01752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Reproducible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MCP action = CLI command user can run manually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already tested in production CI/CD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 handled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token management in MCP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Maintainable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delegates execution to CLI for maintainability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Aligned with fabric-cicd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 fab deploy integration (not yet GA)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Export Definition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</a:t>
            </a:r>
            <a:pPr indent="0" marL="0">
              <a:buNone/>
            </a:pPr>
            <a:r>
              <a:rPr lang="en-US" sz="14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"Export the SalesReport definition"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fab export /workspace/SalesReport.Report -o ./report.json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5486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workspace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 or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 name (e.g., SalesReport.Report)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outputPath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file path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includeFolders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AB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Preserve folder hierarchy (if CLI supports)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Import Definition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Flow: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1005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Show diff/preview   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2. Request approval (elicitation)   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3. Execute: </a:t>
            </a:r>
            <a:pPr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fab import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Values:
</a:t>
            </a:r>
            <a:pPr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overwrite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Replace existing   |   </a:t>
            </a:r>
            <a:pPr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Ignore if exists   |   </a:t>
            </a:r>
            <a:pPr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Create new with suffix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5486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workspace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workspace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sourcePath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JSON file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strategy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AB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Conflict resolution (see above)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dryRun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AB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Preview without applying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Note: </a:t>
            </a:r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updates not supported—imports replace full definition. For non-empty workspaces, use strategy flag.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Point #1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Question: Should import always require approval?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approve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Safest, aligns with MCP spec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click for dev environments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(prod only)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 for dev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to implement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setting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must configure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Recommendation: </a:t>
            </a:r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require approval
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Principle: "verify destructive actions" — Default should be "approve unless explicitly disabled"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Point #2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Capability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Question: Where does dry-run logic live?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3931920" cy="118872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MCP-side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locally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--dry-run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calls API in preview 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coverage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dry-run validate?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0" y="19202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JSON schema correctness
</a:t>
            </a:r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API compatibility (type, version)
</a:t>
            </a:r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Workspace constraints
</a:t>
            </a:r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(permissions, capacity, naming)
</a:t>
            </a:r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Simulate dependency resolution?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337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CLI Status: </a:t>
            </a:r>
            <a:pPr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fab import --dry-run</a:t>
            </a:r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not exist yet.
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In CLI backlog but not currently prioritized. Should we elevate priority?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Requirements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83464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521208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fab export command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available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fab import command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available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--dry-run flag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Needed for preview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JSON output format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MCP parsing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 codes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error handling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fab deploy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🔄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fabric-cicd integration (future)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Folder structure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Preserve workspace folder layout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 to Discuss: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Large JSON payloads (&gt;100KB) — use file-based flow
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Unsupported item types (e.g., paginated reports) — validate before import
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Cross-workspace dependencies — how should CLI handle?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01752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fails mid-way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atomic API or rollback logic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Unsupported item types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before import; warn user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JSON payloads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file-based flow; avoid LLM parsing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misfires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 explicit approval before execution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 errors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Inherit user permissions; fail fast with clear message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5943600"/>
                <a:gridCol w="2286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Should import support partial updates (e.g., patching a report)?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do we handle cross-workspace dependencies?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/ Platform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we support environment-specific parameterization (e.g., variable library)?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/ Engineering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item types are NOT supported by export/import API?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8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5: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50155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to Make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317427"/>
            <a:ext cx="8128099" cy="841325"/>
          </a:xfrm>
          <a:prstGeom prst="roundRect">
            <a:avLst>
              <a:gd name="adj" fmla="val 12076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34864"/>
            <a:ext cx="406301" cy="406301"/>
          </a:xfrm>
          <a:prstGeom prst="roundRect">
            <a:avLst>
              <a:gd name="adj" fmla="val 5001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08447" y="1618952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58652" y="1507927"/>
            <a:ext cx="71639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58652" y="1796802"/>
            <a:ext cx="71639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/ Smart / User setting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349252"/>
            <a:ext cx="8128099" cy="841325"/>
          </a:xfrm>
          <a:prstGeom prst="roundRect">
            <a:avLst>
              <a:gd name="adj" fmla="val 12076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1851" y="2566690"/>
            <a:ext cx="406301" cy="406301"/>
          </a:xfrm>
          <a:prstGeom prst="roundRect">
            <a:avLst>
              <a:gd name="adj" fmla="val 5001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08447" y="2650778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58652" y="2539752"/>
            <a:ext cx="71639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Owner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58652" y="2828627"/>
            <a:ext cx="71639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/ CLI / Both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3381077"/>
            <a:ext cx="8128099" cy="841325"/>
          </a:xfrm>
          <a:prstGeom prst="roundRect">
            <a:avLst>
              <a:gd name="adj" fmla="val 12076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1851" y="3598515"/>
            <a:ext cx="406301" cy="406301"/>
          </a:xfrm>
          <a:prstGeom prst="roundRect">
            <a:avLst>
              <a:gd name="adj" fmla="val 5001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08447" y="3682603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58652" y="3571577"/>
            <a:ext cx="71639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Requirements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58652" y="3860453"/>
            <a:ext cx="71639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what's needed from CLI team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/>
              <a:tblGrid>
                <a:gridCol w="5029200"/>
                <a:gridCol w="1828800"/>
                <a:gridCol w="1371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Finalize tool input/output schemas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 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CLI dry-run / JSON output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Team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 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ADO work items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 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Begin implementation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 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Lot (Future Discussions)</a:t>
            </a:r>
            <a:endParaRPr lang="en-US" sz="14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Workspace-level deployment (fab deploy)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fabric-cicd lands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import/export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CLI batch support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Resources (schemas, CLI help)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planning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Prompts (/export, /import templates)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planning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Guiding Principles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agents, verify destructive actions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27048"/>
            <a:ext cx="5303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727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inherit user permissions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02536"/>
            <a:ext cx="5303520" cy="41148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4825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0482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for context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78024"/>
            <a:ext cx="5303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2374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5237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over SDK for code gen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5303520" cy="41148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992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9992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must teach, not just fail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5303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74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for LLM context windows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(GA Target)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417320"/>
          <a:ext cx="2743200" cy="128016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Active Users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First-try deployment success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author item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5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94360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943600" y="3200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Meeting Summary
</a:t>
            </a:r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 Spec
</a:t>
            </a:r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Research Document
</a:t>
            </a:r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 Spec (V5)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 Local MCP: Item Definitions Discussion</dc:title>
  <dc:subject>Internal Planning Meeting</dc:subject>
  <dc:creator>Hasan Abo-Shally</dc:creator>
  <cp:lastModifiedBy>Hasan Abo-Shally</cp:lastModifiedBy>
  <cp:revision>1</cp:revision>
  <dcterms:created xsi:type="dcterms:W3CDTF">2026-02-04T01:48:23Z</dcterms:created>
  <dcterms:modified xsi:type="dcterms:W3CDTF">2026-02-04T01:48:23Z</dcterms:modified>
</cp:coreProperties>
</file>