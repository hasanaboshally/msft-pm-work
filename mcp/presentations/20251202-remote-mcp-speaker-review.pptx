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Remote MCP Speaker Review - Dec 2, 2025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Enable Unified Copilot &amp; Specialized Agents</a:t>
            </a:r>
          </a:p>
          <a:p>
            <a:r>
              <a:t>   → Single, consistent Copilot across all Fabric workloads</a:t>
            </a:r>
          </a:p>
          <a:p/>
          <a:p>
            <a:r>
              <a:t>2. Empower Pro-Developers</a:t>
            </a:r>
          </a:p>
          <a:p>
            <a:r>
              <a:t>   → Reduce deployment time from days to minutes</a:t>
            </a:r>
          </a:p>
          <a:p/>
          <a:p>
            <a:r>
              <a:t>3. Grow the Ecosystem</a:t>
            </a:r>
          </a:p>
          <a:p>
            <a:r>
              <a:t>   → Enable ISVs and enterprises to build custom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Remote MCP — Cloud execution backbone</a:t>
            </a:r>
          </a:p>
          <a:p>
            <a:r>
              <a:t>   📍 Today (Dec 2)</a:t>
            </a:r>
          </a:p>
          <a:p/>
          <a:p>
            <a:r>
              <a:t>Local MCP — Developer tools in VS Code  </a:t>
            </a:r>
          </a:p>
          <a:p>
            <a:r>
              <a:t>   Tomorrow (Dec 3)</a:t>
            </a:r>
          </a:p>
          <a:p/>
          <a:p>
            <a:r>
              <a:t>MCP Platform — Shared infrastructure</a:t>
            </a:r>
          </a:p>
          <a:p>
            <a:r>
              <a:t>   Next week (materials shared before)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Jan 2026        Mar 2026        May 2026</a:t>
            </a:r>
          </a:p>
          <a:p>
            <a:r>
              <a:t>   M0       →      M1       →      GA</a:t>
            </a:r>
          </a:p>
          <a:p>
            <a:r>
              <a:t>Private         Public          General</a:t>
            </a:r>
          </a:p>
          <a:p>
            <a:r>
              <a:t>Preview         Preview         Availability</a:t>
            </a:r>
          </a:p>
          <a:p>
            <a:r>
              <a:t>               FabCon           MS Build</a:t>
            </a:r>
          </a:p>
          <a:p>
            <a:r>
              <a:t>               Atlanta</a:t>
            </a:r>
          </a:p>
          <a:p/>
          <a:p>
            <a:r>
              <a:t>━━━━━━━━━━━━━━━━━━━━━━━━━━━━━━━━━━━</a:t>
            </a:r>
          </a:p>
          <a:p>
            <a:r>
              <a:t>   ▶ TODAY'S FOCUS: M0 + M1 SCOPE</a:t>
            </a:r>
          </a:p>
          <a:p>
            <a:r>
              <a:t>━━━━━━━━━━━━━━━━━━━━━━━━━━━━━━━━━━━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Secure, cloud-hosted execution engine</a:t>
            </a:r>
          </a:p>
          <a:p>
            <a:r>
              <a:t>for AI agents to interact with Fabric</a:t>
            </a:r>
          </a:p>
          <a:p/>
          <a:p>
            <a:r>
              <a:t>Key Value:</a:t>
            </a:r>
          </a:p>
          <a:p>
            <a:r>
              <a:t>• Standardized "socket" for agents</a:t>
            </a:r>
          </a:p>
          <a:p>
            <a:r>
              <a:t>• No custom OAuth2 stacks needed</a:t>
            </a:r>
          </a:p>
          <a:p>
            <a:r>
              <a:t>• Execution backbone for Unified Copilot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All P0 requirements for Unified Copilot</a:t>
            </a:r>
          </a:p>
          <a:p/>
          <a:p>
            <a:r>
              <a:t>Including:</a:t>
            </a:r>
          </a:p>
          <a:p>
            <a:r>
              <a:t>• Blueprint Agent (spec-driven development)</a:t>
            </a:r>
          </a:p>
          <a:p>
            <a:r>
              <a:t>• Modeling Agent (semantic model ops via AS MCP)</a:t>
            </a:r>
          </a:p>
          <a:p/>
          <a:p>
            <a:r>
              <a:t>Secondary scenarios (Pro-Dev, Copilot Studio):</a:t>
            </a:r>
          </a:p>
          <a:p>
            <a:r>
              <a:t>→ GA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→ Opening spec document</a:t>
            </a:r>
          </a:p>
          <a:p/>
          <a:p>
            <a:r>
              <a:t>Key sections:</a:t>
            </a:r>
          </a:p>
          <a:p>
            <a:r>
              <a:t>• Section 7.1: M0 (Private Preview) ✅ Ready</a:t>
            </a:r>
          </a:p>
          <a:p>
            <a:r>
              <a:t>• Section 7.2: M1 (Public Preview) — Today's focus</a:t>
            </a:r>
          </a:p>
          <a:p/>
          <a:p>
            <a:r>
              <a:t>Out of scope today: GA and beyond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